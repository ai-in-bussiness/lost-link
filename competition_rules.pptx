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704088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4300" b="1">
                <a:solidFill>
                  <a:srgbClr val="07305B"/>
                </a:solidFill>
                <a:latin typeface="Aptos"/>
              </a:rPr>
              <a:t>AI 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498079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900" b="1">
                <a:solidFill>
                  <a:srgbClr val="007748"/>
                </a:solidFill>
                <a:latin typeface="Aptos"/>
              </a:rPr>
              <a:t>WEBSITE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75488"/>
            <a:ext cx="25146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5000" b="1">
                <a:solidFill>
                  <a:srgbClr val="DA9E11"/>
                </a:solidFill>
                <a:latin typeface="Aptos"/>
              </a:rPr>
              <a:t>$125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316736"/>
            <a:ext cx="251460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700" b="1">
                <a:solidFill>
                  <a:srgbClr val="07305B"/>
                </a:solidFill>
                <a:latin typeface="Aptos"/>
              </a:rPr>
              <a:t>WINNER'S PRIZE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700" b="1">
                <a:solidFill>
                  <a:srgbClr val="1C2936"/>
                </a:solidFill>
                <a:latin typeface="Aptos"/>
              </a:rPr>
              <a:t>Build a website that creates real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52928"/>
            <a:ext cx="3429000" cy="1920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99232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07748"/>
                </a:solidFill>
                <a:latin typeface="Aptos"/>
              </a:rPr>
              <a:t>HELP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56432"/>
            <a:ext cx="3063240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Make a task easier, faster, safer, clearer or more accessible.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52928"/>
            <a:ext cx="3429000" cy="1920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99232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7305B"/>
                </a:solidFill>
                <a:latin typeface="Aptos"/>
              </a:rPr>
              <a:t>MAKE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56432"/>
            <a:ext cx="3063240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Build something with believable commercial potential and a real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852928"/>
            <a:ext cx="3429000" cy="1920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999232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07748"/>
                </a:solidFill>
                <a:latin typeface="Aptos"/>
              </a:rPr>
              <a:t>SOLVE A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456432"/>
            <a:ext cx="3063240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Attack a real business problem or an important AI-related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61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900" b="1">
                <a:solidFill>
                  <a:srgbClr val="07305B"/>
                </a:solidFill>
                <a:latin typeface="Aptos"/>
              </a:rPr>
              <a:t>AI is allowed. The winner will combine a strong idea, evidence, execution and a convincing pitch.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The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Your project must follow at least one of these paths. Combining paths is encouraged.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520440" cy="301752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55063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07748"/>
                </a:solidFill>
                <a:latin typeface="Aptos"/>
              </a:rPr>
              <a:t>1 — HELP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3154680" cy="2267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Build a website that meaningfully improves a real task or experience.</a:t>
            </a:r>
            <a:br/>
            <a:br/>
            <a:r>
              <a:t>Strong entries clearly define WHO is helped, WHAT gets better, and HOW they know the improvement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08760"/>
            <a:ext cx="3520440" cy="301752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55063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7305B"/>
                </a:solidFill>
                <a:latin typeface="Aptos"/>
              </a:rPr>
              <a:t>2 — MAKE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112264"/>
            <a:ext cx="3154680" cy="2267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Build a website you believe could become a strong business.</a:t>
            </a:r>
            <a:br/>
            <a:br/>
            <a:r>
              <a:t>Explain who pays, what they pay for, why they would switch, and how you could realistically reach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508760"/>
            <a:ext cx="3520440" cy="301752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655063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07748"/>
                </a:solidFill>
                <a:latin typeface="Aptos"/>
              </a:rPr>
              <a:t>3 — SOLVE A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112264"/>
            <a:ext cx="3154680" cy="2267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Use a website to solve a real business or AI challenge.</a:t>
            </a:r>
            <a:br/>
            <a:br/>
            <a:r>
              <a:t>Examples: reduce waste, improve decisions, verify AI claims, automate a repetitive workflow, or improve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0908792" cy="1051560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104698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800" b="1">
                <a:solidFill>
                  <a:srgbClr val="07305B"/>
                </a:solidFill>
                <a:latin typeface="Aptos"/>
              </a:rPr>
              <a:t>Example: an inventory website could help restaurants cut food waste, charge businesses monthly, and use AI to forecast demand. One idea can satisfy all three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What You Must 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A complete competition entry is a working product plus proof that you understand what you built.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48132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07748"/>
                </a:solidFill>
                <a:latin typeface="Aptos"/>
              </a:rPr>
              <a:t>WORKING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8483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Core feature must work during judging. A mockup alone is not enough.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8132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60-SECOND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8483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Show the problem, the key feature and the result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8132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07748"/>
                </a:solidFill>
                <a:latin typeface="Aptos"/>
              </a:rPr>
              <a:t>3–5 MINUTE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08483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Explain user, problem, solution, evidence, AI use, value and differentiation.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381304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ONE-PAGE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41655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Problem, user, solution, model/impact, tools used and team members.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81304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07748"/>
                </a:solidFill>
                <a:latin typeface="Aptos"/>
              </a:rPr>
              <a:t>AI + SPEND DISCLOSURE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41655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List AI tools, paid plans/credits, templates, purchased assets and outside help.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813048"/>
            <a:ext cx="3547872" cy="20116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NEED + DEMAND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416552"/>
            <a:ext cx="3182112" cy="1261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Research, interviews, surveys, competitor evidence or market data proving the problem and demand are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Core Competition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Know these before you build. If you are unsure about a rule, ask before judging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426464"/>
            <a:ext cx="10972800" cy="49834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9072"/>
            <a:ext cx="10469880" cy="43891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Compete individually or in a small team. Every listed member must make a meaningful contribution.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The project must be created for this competition period. An older project may inspire you, but it cannot simply be resubmitted.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AI is allowed for research, coding, design, writing, analysis, testing and brainstorming.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Open-source libraries, APIs, frameworks and templates are allowed if you follow their licenses/terms and disclose material use.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Every major claim must be supportable. Do not invent users, revenue, partnerships, market data, interviews or test results.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No copied websites, plagiarism, stolen assets, undisclosed outsourced development or work mainly completed by someone outside the team.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Judges may ask you to explain any major feature, code section, design choice, data source or AI-generated output.</a:t>
            </a:r>
          </a:p>
          <a:p>
            <a:pPr>
              <a:spcAft>
                <a:spcPts val="8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Entries must be school-appropriate, legal, reasonably safe, and respectful of privacy and intellectual property.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AI Use: Allowed — But You Own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The competition rewards good judgment, not the number of AI tools you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520440" cy="3063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07748"/>
                </a:solidFill>
                <a:latin typeface="Aptos"/>
              </a:rPr>
              <a:t>STRONG AI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2"/>
            <a:ext cx="3154680" cy="2313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Use AI to accelerate research, coding, debugging, mockups, analysis, copy drafts and testing.</a:t>
            </a:r>
            <a:br/>
            <a:br/>
            <a:r>
              <a:t>Then check the output, improve it and be able to explain why you kept or changed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481328"/>
            <a:ext cx="3520440" cy="3063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27632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07305B"/>
                </a:solidFill>
                <a:latin typeface="Aptos"/>
              </a:rPr>
              <a:t>WEAK AI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084832"/>
            <a:ext cx="3154680" cy="2313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One giant prompt, accepting the first result, using claims without checking sources, or relying on generated work you cannot explain.</a:t>
            </a:r>
            <a:br/>
            <a:br/>
            <a:r>
              <a:t>This will hurt your AI/technical judgment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81328"/>
            <a:ext cx="3520440" cy="30632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627632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000" b="1">
                <a:solidFill>
                  <a:srgbClr val="AA3434"/>
                </a:solidFill>
                <a:latin typeface="Aptos"/>
              </a:rPr>
              <a:t>NOT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084832"/>
            <a:ext cx="3154680" cy="23134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0">
                <a:solidFill>
                  <a:srgbClr val="1C2936"/>
                </a:solidFill>
                <a:latin typeface="Aptos"/>
              </a:rPr>
              <a:t>Fake evidence, fabricated testimonials, plagiarism, unsafe content, undisclosed outsourced work, or intentionally breaking a tool/platform's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28032"/>
            <a:ext cx="10908792" cy="1078992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1046988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800" b="1">
                <a:solidFill>
                  <a:srgbClr val="07305B"/>
                </a:solidFill>
                <a:latin typeface="Aptos"/>
              </a:rPr>
              <a:t>Expect judges to ask: Why this AI tool? What did you change? How did you verify it? What happens if the AI is wrong?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Paid AI &amp; Tools: Fairness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You may spend money, but paid advantages create a higher standard for prize eligibility.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193792" cy="3337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828031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07748"/>
                </a:solidFill>
                <a:latin typeface="Aptos"/>
              </a:rPr>
              <a:t>FREE / NO-SPEND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4828031" cy="25877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Includes free tiers, free credits, school-provided tools available to everyone, and open-source software.</a:t>
            </a:r>
            <a:br/>
            <a:br/>
            <a:r>
              <a:t>• Uses the normal 100-point rubric</a:t>
            </a:r>
            <a:br/>
            <a:r>
              <a:t>• No bonus just for spending $0</a:t>
            </a:r>
            <a:br/>
            <a:r>
              <a:t>• Still must produce excellent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481328"/>
            <a:ext cx="5193792" cy="3337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27632"/>
            <a:ext cx="4828031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7305B"/>
                </a:solidFill>
                <a:latin typeface="Aptos"/>
              </a:rPr>
              <a:t>PAID-ADVANTAGE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84832"/>
            <a:ext cx="4828031" cy="25877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Includes project-specific paid AI subscriptions/credits, paid API usage, premium templates/assets or paid development advantages.</a:t>
            </a:r>
            <a:br/>
            <a:br/>
            <a:r>
              <a:t>• Must disclose exactly what was purchased</a:t>
            </a:r>
            <a:br/>
            <a:r>
              <a:t>• Judges expect the advantage to show up in quality</a:t>
            </a:r>
            <a:br/>
            <a:r>
              <a:t>• Receives the higher prize-eligibility standard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02352"/>
            <a:ext cx="10863072" cy="84124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03520"/>
            <a:ext cx="10424160" cy="4297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800" b="1">
                <a:solidFill>
                  <a:srgbClr val="07305B"/>
                </a:solidFill>
                <a:latin typeface="Aptos"/>
              </a:rPr>
              <a:t>Recommended rule: a paid-advantage entry must earn at least 85/100 overall AND 18/20 in Website Execution to win the $125 prize.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What Counts as Spending?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Transparency matters. Disclose it even if you are unsure whether it creates an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5303520" cy="502920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581912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USUALLY FREE / NO-SPEND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444752"/>
            <a:ext cx="5303520" cy="502920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581912"/>
            <a:ext cx="5303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USUALLY A PAID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937760" cy="33375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Free AI tier or free included credits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Free hosting tier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Open-source library/framework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Free stock/icon license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School-provided software available to all competitors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Normal laptop, internet access and school supplies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48840"/>
            <a:ext cx="4937760" cy="33375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Paid AI plan used specifically for the project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Purchased API credits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Paid hosting bought for extra project capability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Premium website template/theme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Paid stock assets or premium design pack</a:t>
            </a:r>
          </a:p>
          <a:p>
            <a:pPr>
              <a:spcAft>
                <a:spcPts val="1000"/>
              </a:spcAft>
              <a:defRPr sz="1700">
                <a:solidFill>
                  <a:srgbClr val="1C2936"/>
                </a:solidFill>
                <a:latin typeface="Aptos"/>
              </a:defRPr>
            </a:pPr>
            <a:r>
              <a:t>• A paid service only your team purchased to gain an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561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700" b="1">
                <a:solidFill>
                  <a:srgbClr val="007748"/>
                </a:solidFill>
                <a:latin typeface="Aptos"/>
              </a:rPr>
              <a:t>The goal is not to punish spending. The goal is to make sure money cannot replace originality, skill or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Judging Rubric — 100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All teams are scored in the same eight categories.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08176"/>
            <a:ext cx="11045952" cy="493776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54480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9584" y="1554480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54480"/>
            <a:ext cx="69951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WHAT EARNS THE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38528"/>
            <a:ext cx="11045952" cy="512064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Problem &amp; User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02082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07108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Real, specific and important problem; clear user understanding.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60320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Value / Business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560320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546604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Believable value, adoption, willingness to pay or impact.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017520"/>
            <a:ext cx="11045952" cy="512064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099815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Originality &amp; Differentiation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3099815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086100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Meaningful reason to choose this over existing options.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39312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Website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639312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625596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Working core feature shown in the demo, plus usability, reliability and appropriate polish.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096512"/>
            <a:ext cx="11045952" cy="512064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78808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AI Use &amp; Technical Judgment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4178808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165092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Thoughtful tool choice, verification and understanding.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18304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Need, Demand &amp;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471830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704588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Proof the problem is real, the target user exists, and there is meaningful need or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75504"/>
            <a:ext cx="11045952" cy="512064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257800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Pitch &amp;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4" y="5257800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5244084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Clear story, strong demo, organized answers.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97296"/>
            <a:ext cx="26974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80" b="1">
                <a:solidFill>
                  <a:srgbClr val="07305B"/>
                </a:solidFill>
                <a:latin typeface="Aptos"/>
              </a:rPr>
              <a:t>Ethics, Privacy &amp; Accessibility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5797296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007748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783580"/>
            <a:ext cx="69951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220" b="0">
                <a:solidFill>
                  <a:srgbClr val="1C2936"/>
                </a:solidFill>
                <a:latin typeface="Aptos"/>
              </a:rPr>
              <a:t>Responsible data use, claims, access and risk awareness.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Extra Standard for Paid-Advantage Entries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Same 100 points. Higher expectations where paid tools should create an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" cy="53035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9344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490472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72184"/>
            <a:ext cx="83210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If you paid for builders, APIs, templates or premium tools, judges expect noticeably stronger reliability, UX or capability. Recommended minimum: 18/20.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50592"/>
            <a:ext cx="530352" cy="53035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478024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AI JUDGMENT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59736"/>
            <a:ext cx="83210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Premium access is not impressive by itself. Show better verification, iteration and technical reasoning.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38144"/>
            <a:ext cx="530352" cy="53035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465576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ORIGINALITY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447288"/>
            <a:ext cx="83210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 premium template or AI-generated design cannot be the main reason the project looks strong. Customize it meaningfully.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25696"/>
            <a:ext cx="530352" cy="53035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453128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434840"/>
            <a:ext cx="83210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Paid tools do not replace need/demand research or proof that the problem matters.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530352" cy="53035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59552"/>
            <a:ext cx="53035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40680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ELIGIBILITY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422392"/>
            <a:ext cx="83210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Recommended: at least 85/100 overall plus 18/20 in Execution to be eligible for the $125 prize.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What Could You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Use these to understand the level of specificity we want — not as ideas to 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HELP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 website that turns complicated school, government or financial information into clear next steps with source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MAKE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 scheduling + lead-management product for one specific type of small business with a believable subscription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7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BUSINESS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An inventory tool that spots overstock, shortages or waste from a small business's sales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AI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 website that checks AI-generated claims against approved sources and flags unsupported statements.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COMBINATION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An interview-practice platform that helps students improve, uses structured AI feedback, and could sell to schools/career programs.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LOCAL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A problem you have actually observed at school, in a club, at a family business or in your community.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How to Choose a Strong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Score the idea before you spend weeks building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Does this problem genuinely bother someone?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Does it happen often enough to matter?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Can you describe exactly who has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Can you reach, interview or research those users?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Would solving it save time, money, effort or risk?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BUILDABILITY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Can you demonstrate the core value during the competition?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DIFFERENCE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Why would someone use this instead of what exists?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What evidence shows the problem and demand are real?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532120"/>
            <a:ext cx="1092708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96712"/>
            <a:ext cx="10469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800" b="1">
                <a:solidFill>
                  <a:srgbClr val="07305B"/>
                </a:solidFill>
                <a:latin typeface="Aptos"/>
              </a:rPr>
              <a:t>Best advice: choose a narrow problem you can prove over a giant problem you can only talk about.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Need, Demand &amp; Research: Prove the Idea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You do NOT need to test the finished website. Prove that the problem is real and that people have a reason to want a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30368" cy="4315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864607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07748"/>
                </a:solidFill>
                <a:latin typeface="Aptos"/>
              </a:rPr>
              <a:t>GOOD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4864607" cy="3566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• Credible reports, articles or statistics showing the problem exists</a:t>
            </a:r>
            <a:br/>
            <a:r>
              <a:t>• Short interviews with people who experience the problem</a:t>
            </a:r>
            <a:br/>
            <a:r>
              <a:t>• Surveys about the problem, frustration or current solution</a:t>
            </a:r>
            <a:br/>
            <a:r>
              <a:t>• Evidence that people already pay for alternatives</a:t>
            </a:r>
            <a:br/>
            <a:r>
              <a:t>• Competitors with real users, customers or pricing</a:t>
            </a:r>
            <a:br/>
            <a:r>
              <a:t>• Search trends, reviews, forums or communities asking for help</a:t>
            </a:r>
            <a:br/>
            <a:r>
              <a:t>• A reasonable estimate of how many people or businesses face the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81328"/>
            <a:ext cx="5230368" cy="4315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4864607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AA3434"/>
                </a:solidFill>
                <a:latin typeface="Aptos"/>
              </a:rPr>
              <a:t>WEAK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864607" cy="3566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• “Everyone would use this.”</a:t>
            </a:r>
            <a:br/>
            <a:r>
              <a:t>• Only asking friends whether the idea sounds cool</a:t>
            </a:r>
            <a:br/>
            <a:r>
              <a:t>• AI-generated statistics with no credible source</a:t>
            </a:r>
            <a:br/>
            <a:r>
              <a:t>• Fake testimonials, users or made-up demand</a:t>
            </a:r>
            <a:br/>
            <a:r>
              <a:t>• A huge market number with no specific target customer</a:t>
            </a:r>
            <a:br/>
            <a:r>
              <a:t>• Saying “there are no competitors” without researching alternatives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If Your Goal Is Profit: Explain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A cool website is not automatically a good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Who pays? Be specific.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What result is worth paying for?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Subscription, one-time purchase, fee, ads, licensing, marketplace,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46304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60934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206654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What might you charge—and why is it believable?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How would your first 100 users discover you?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What grows with users: AI/API, hosting, support, payments?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07748"/>
                </a:solidFill>
                <a:latin typeface="Aptos"/>
              </a:rPr>
              <a:t>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What are people using today instead?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3703320"/>
            <a:ext cx="2651760" cy="1874519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3849624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1">
                <a:solidFill>
                  <a:srgbClr val="07305B"/>
                </a:solidFill>
                <a:latin typeface="Aptos"/>
              </a:rPr>
              <a:t>ADVANTAGE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4306824"/>
            <a:ext cx="2286000" cy="11247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00" b="0">
                <a:solidFill>
                  <a:srgbClr val="1C2936"/>
                </a:solidFill>
                <a:latin typeface="Aptos"/>
              </a:rPr>
              <a:t>Why would users choose or stay with you?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532120"/>
            <a:ext cx="10927080" cy="658368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78424"/>
            <a:ext cx="10469880" cy="33832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750" b="1">
                <a:solidFill>
                  <a:srgbClr val="07305B"/>
                </a:solidFill>
                <a:latin typeface="Aptos"/>
              </a:rPr>
              <a:t>You do NOT need real revenue to win. You DO need a logical, testable explanation of how the idea could make money.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If Your Goal Is Impact: Prove the Help 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Good intentions are not enough. Show that the product would actually improve something.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07748"/>
                </a:solidFill>
                <a:latin typeface="Aptos"/>
              </a:rPr>
              <a:t>WHO BENEFITS?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Define the people or organizations helped.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7305B"/>
                </a:solidFill>
                <a:latin typeface="Aptos"/>
              </a:rPr>
              <a:t>WHAT CHANGES?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Time saved? Better access? Lower cost? Fewer mistakes?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7" y="148132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7" y="162763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07748"/>
                </a:solidFill>
                <a:latin typeface="Aptos"/>
              </a:rPr>
              <a:t>WHEN IS IT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208483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Explain the real situation in which the user opens the 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7305B"/>
                </a:solidFill>
                <a:latin typeface="Aptos"/>
              </a:rPr>
              <a:t>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Can the intended user understand and navigate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07748"/>
                </a:solidFill>
                <a:latin typeface="Aptos"/>
              </a:rPr>
              <a:t>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How would the website stay online, accurate and useful?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3813048"/>
            <a:ext cx="3547872" cy="202996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3959352"/>
            <a:ext cx="31821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900" b="1">
                <a:solidFill>
                  <a:srgbClr val="07305B"/>
                </a:solidFill>
                <a:latin typeface="Aptos"/>
              </a:rPr>
              <a:t>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4416552"/>
            <a:ext cx="3182112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600" b="0">
                <a:solidFill>
                  <a:srgbClr val="1C2936"/>
                </a:solidFill>
                <a:latin typeface="Aptos"/>
              </a:rPr>
              <a:t>Could wrong information, privacy problems or bias cause harm?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Website Quality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Judges experience the product like a real user. Your final week should be a quality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63040"/>
            <a:ext cx="5212080" cy="4480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09344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07748"/>
                </a:solidFill>
                <a:latin typeface="Aptos"/>
              </a:rPr>
              <a:t>PRODUCT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66544"/>
            <a:ext cx="4846320" cy="37307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• Core feature works during the demo</a:t>
            </a:r>
            <a:br/>
            <a:r>
              <a:t>• Navigation is obvious</a:t>
            </a:r>
            <a:br/>
            <a:r>
              <a:t>• Mobile + desktop are readable</a:t>
            </a:r>
            <a:br/>
            <a:r>
              <a:t>• Forms validate inputs</a:t>
            </a:r>
            <a:br/>
            <a:r>
              <a:t>• Loading/error/empty states are handled</a:t>
            </a:r>
            <a:br/>
            <a:r>
              <a:t>• No broken links, fake buttons or placeholder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212080" cy="44805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9344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7305B"/>
                </a:solidFill>
                <a:latin typeface="Aptos"/>
              </a:rPr>
              <a:t>TRUST +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66544"/>
            <a:ext cx="4846320" cy="37307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• Minimize unnecessary user data</a:t>
            </a:r>
            <a:br/>
            <a:r>
              <a:t>• Explain important AI limitations</a:t>
            </a:r>
            <a:br/>
            <a:r>
              <a:t>• Verify high-impact information</a:t>
            </a:r>
            <a:br/>
            <a:r>
              <a:t>• Use readable text and contrast</a:t>
            </a:r>
            <a:br/>
            <a:r>
              <a:t>• Respect licenses and privacy</a:t>
            </a:r>
            <a:br/>
            <a:r>
              <a:t>• Design for your target user—not just a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62472"/>
            <a:ext cx="105613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700" b="1">
                <a:solidFill>
                  <a:srgbClr val="007748"/>
                </a:solidFill>
                <a:latin typeface="Aptos"/>
              </a:rPr>
              <a:t>Polish matters AFTER the core value works. A beautiful website with no useful product will not win.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How to Give a Winning 3–5 Minute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Tell a story. Do not read a feature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141732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0:00–0:30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81328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HOOK +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72184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Show the problem and why it matters.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9424"/>
            <a:ext cx="1417320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50008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0:30–1:15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8600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USER +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76856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Who has it? What did your research teach you?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54096"/>
            <a:ext cx="141732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154679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1:15–2:15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90672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81527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Show the core experience and result.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1417320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59352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2:15–3:00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95344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WHY THIS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86200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Explain differentiation, AI use and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141732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64024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3:00–4:00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700016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PROOF +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90872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Show need/demand research plus your business or impact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468112"/>
            <a:ext cx="1417320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568696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504688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700" b="1">
                <a:solidFill>
                  <a:srgbClr val="07305B"/>
                </a:solidFill>
                <a:latin typeface="Aptos"/>
              </a:rP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495544"/>
            <a:ext cx="6903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550" b="0">
                <a:solidFill>
                  <a:srgbClr val="1C2936"/>
                </a:solidFill>
                <a:latin typeface="Aptos"/>
              </a:rPr>
              <a:t>One sentence: what you built, who it helps and why it deserves to win.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Questions Judges May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If you can answer these clearly, your project is probably well thought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72184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344168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Why is this problem important enough to solve?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353312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472184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1344168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Who is the exact user, and how do you know?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157984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76856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148840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alternatives already exist?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157984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276856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148840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evidence shows that the need or demand is real?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62656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81528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2953512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part of the website creates the most value?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962656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081528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2953512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Where did AI help—and where did you override it?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67328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86200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758184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happens if your AI/API is wrong or unavailable?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3767328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886200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6" y="3758184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How would this make money or remain sustainable?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72000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690872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4562856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is the biggest weakness in the current version?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572000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4690872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8856" y="4562856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would you build next with another month?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376672"/>
            <a:ext cx="438912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495544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5367528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What did you personally contribute?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5376672"/>
            <a:ext cx="438912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5495544"/>
            <a:ext cx="4389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8856" y="5367528"/>
            <a:ext cx="47731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50" b="1">
                <a:solidFill>
                  <a:srgbClr val="1C2936"/>
                </a:solidFill>
                <a:latin typeface="Aptos"/>
              </a:rPr>
              <a:t>Why should this project win the $125 prize?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Recommended Competition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Replace the week labels with exact dates once the club announces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609344"/>
            <a:ext cx="603504" cy="603504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Rules, teams, brainstorming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9696" y="1609344"/>
            <a:ext cx="603504" cy="603504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969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103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3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Research users + competitors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6" y="1609344"/>
            <a:ext cx="603504" cy="603504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Design the core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31536" y="1609344"/>
            <a:ext cx="603504" cy="603504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3153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Create the working website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77456" y="1609344"/>
            <a:ext cx="603504" cy="603504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745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Need/demand evidence + final fixes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23376" y="1609344"/>
            <a:ext cx="603504" cy="603504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2337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5167" y="1865376"/>
            <a:ext cx="996696" cy="54864"/>
          </a:xfrm>
          <a:prstGeom prst="rect">
            <a:avLst/>
          </a:prstGeom>
          <a:solidFill>
            <a:srgbClr val="BF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POLISH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878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Reliability, accessibility, pitch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9296" y="1609344"/>
            <a:ext cx="603504" cy="603504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69296" y="1783080"/>
            <a:ext cx="60350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04704" y="251460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500" b="1">
                <a:solidFill>
                  <a:srgbClr val="07305B"/>
                </a:solidFill>
                <a:latin typeface="Aptos"/>
              </a:rPr>
              <a:t>COMPETE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04704" y="2980944"/>
            <a:ext cx="132588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0">
                <a:solidFill>
                  <a:srgbClr val="1C2936"/>
                </a:solidFill>
                <a:latin typeface="Aptos"/>
              </a:rPr>
              <a:t>Demo, Q&amp;A and judging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709160"/>
            <a:ext cx="10762488" cy="1005840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92624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800" b="1">
                <a:solidFill>
                  <a:srgbClr val="07305B"/>
                </a:solidFill>
                <a:latin typeface="Aptos"/>
              </a:rPr>
              <a:t>Do not wait until the final week to research the problem and demand. Evidence should guide what you build and strengthen your final pitch.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20140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3100" b="1">
                <a:solidFill>
                  <a:srgbClr val="07305B"/>
                </a:solidFill>
                <a:latin typeface="Aptos"/>
              </a:rPr>
              <a:t>Before You 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896112"/>
            <a:ext cx="1234440" cy="5029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400" b="0">
                <a:solidFill>
                  <a:srgbClr val="606D7A"/>
                </a:solidFill>
                <a:latin typeface="Aptos"/>
              </a:rPr>
              <a:t>Use this final checklist before the competition.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230368" cy="438912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864607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07748"/>
                </a:solidFill>
                <a:latin typeface="Aptos"/>
              </a:rPr>
              <a:t>PRODUCT +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4864607" cy="36393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□ Core feature works</a:t>
            </a:r>
            <a:br/>
            <a:r>
              <a:t>□ Problem and target user are specific</a:t>
            </a:r>
            <a:br/>
            <a:r>
              <a:t>□ Need/demand evidence supports major claims</a:t>
            </a:r>
            <a:br/>
            <a:r>
              <a:t>□ Competitors are acknowledged</a:t>
            </a:r>
            <a:br/>
            <a:r>
              <a:t>□ Business or impact model makes sense</a:t>
            </a:r>
            <a:br/>
            <a:r>
              <a:t>□ AI use is understood and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81328"/>
            <a:ext cx="5230368" cy="438912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27632"/>
            <a:ext cx="4864607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2200" b="1">
                <a:solidFill>
                  <a:srgbClr val="07305B"/>
                </a:solidFill>
                <a:latin typeface="Aptos"/>
              </a:rPr>
              <a:t>FAIRNESS +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864607" cy="36393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/>
            <a:r>
              <a:rPr sz="1800" b="0">
                <a:solidFill>
                  <a:srgbClr val="1C2936"/>
                </a:solidFill>
                <a:latin typeface="Aptos"/>
              </a:rPr>
              <a:t>□ Paid tools/credits fully disclosed</a:t>
            </a:r>
            <a:br/>
            <a:r>
              <a:t>□ No fake users, data or testimonials</a:t>
            </a:r>
            <a:br/>
            <a:r>
              <a:t>□ Privacy/accessibility risks considered</a:t>
            </a:r>
            <a:br/>
            <a:r>
              <a:t>□ Demo fits in about 60 seconds</a:t>
            </a:r>
            <a:br/>
            <a:r>
              <a:t>□ Pitch fits in 3–5 minutes</a:t>
            </a:r>
            <a:br/>
            <a:r>
              <a:t>□ Every team member can answer 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6053328"/>
            <a:ext cx="9720072" cy="420624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6163056"/>
            <a:ext cx="972007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 SOMETHING PEOPLE WOULD ACTUALLY WANT TO USE — THEN PROVE WHY.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54864"/>
            <a:ext cx="12042648" cy="73152"/>
          </a:xfrm>
          <a:prstGeom prst="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6711696"/>
            <a:ext cx="12042648" cy="73152"/>
          </a:xfrm>
          <a:prstGeom prst="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908792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5300" b="1">
                <a:solidFill>
                  <a:srgbClr val="DA9E11"/>
                </a:solidFill>
                <a:latin typeface="Aptos"/>
              </a:rPr>
              <a:t>$125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5852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3200" b="1">
                <a:solidFill>
                  <a:srgbClr val="07305B"/>
                </a:solidFill>
                <a:latin typeface="Aptos"/>
              </a:rPr>
              <a:t>ONE WINNING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10744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900" b="1">
                <a:solidFill>
                  <a:srgbClr val="007748"/>
                </a:solidFill>
                <a:latin typeface="Aptos"/>
              </a:rPr>
              <a:t>HELP PEOPLE • MAKE MONEY • SOLVE A REAL BUSINESS OR AI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3063240"/>
            <a:ext cx="10149840" cy="1143000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C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3355848"/>
            <a:ext cx="96012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300" b="1">
                <a:solidFill>
                  <a:srgbClr val="1C2936"/>
                </a:solidFill>
                <a:latin typeface="Aptos"/>
              </a:rPr>
              <a:t>Use AI. Think for yourself. Test your assumptions. Build something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4681728"/>
            <a:ext cx="150876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4782312"/>
            <a:ext cx="1508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681728"/>
            <a:ext cx="1508760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4782312"/>
            <a:ext cx="1508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81728"/>
            <a:ext cx="150876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4782312"/>
            <a:ext cx="1508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681728"/>
            <a:ext cx="1508760" cy="438912"/>
          </a:xfrm>
          <a:prstGeom prst="roundRect">
            <a:avLst/>
          </a:prstGeom>
          <a:solidFill>
            <a:srgbClr val="07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4782312"/>
            <a:ext cx="1508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PITCH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4681728"/>
            <a:ext cx="1097280" cy="438912"/>
          </a:xfrm>
          <a:prstGeom prst="roundRect">
            <a:avLst/>
          </a:prstGeom>
          <a:solidFill>
            <a:srgbClr val="007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782312"/>
            <a:ext cx="10972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08792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300" b="1">
                <a:solidFill>
                  <a:srgbClr val="07305B"/>
                </a:solidFill>
                <a:latin typeface="Aptos"/>
              </a:rPr>
              <a:t>Questions before you start?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